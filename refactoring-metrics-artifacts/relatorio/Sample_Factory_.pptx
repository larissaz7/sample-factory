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368063" cy="10617458"/>
            <a:chOff x="0" y="0"/>
            <a:chExt cx="24490750" cy="14156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90814" cy="14156598"/>
            </a:xfrm>
            <a:custGeom>
              <a:avLst/>
              <a:gdLst/>
              <a:ahLst/>
              <a:cxnLst/>
              <a:rect r="r" b="b" t="t" l="l"/>
              <a:pathLst>
                <a:path h="14156598" w="24490814">
                  <a:moveTo>
                    <a:pt x="0" y="0"/>
                  </a:moveTo>
                  <a:lnTo>
                    <a:pt x="24490814" y="0"/>
                  </a:lnTo>
                  <a:lnTo>
                    <a:pt x="24490814" y="14156598"/>
                  </a:lnTo>
                  <a:lnTo>
                    <a:pt x="0" y="14156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82" t="0" r="-1782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44167" cy="10552780"/>
            <a:chOff x="0" y="0"/>
            <a:chExt cx="24458890" cy="140703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58954" cy="14070361"/>
            </a:xfrm>
            <a:custGeom>
              <a:avLst/>
              <a:gdLst/>
              <a:ahLst/>
              <a:cxnLst/>
              <a:rect r="r" b="b" t="t" l="l"/>
              <a:pathLst>
                <a:path h="14070361" w="24458954">
                  <a:moveTo>
                    <a:pt x="0" y="0"/>
                  </a:moveTo>
                  <a:lnTo>
                    <a:pt x="24458954" y="0"/>
                  </a:lnTo>
                  <a:lnTo>
                    <a:pt x="24458954" y="14070361"/>
                  </a:lnTo>
                  <a:lnTo>
                    <a:pt x="0" y="14070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34" t="0" r="-1533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843" y="42853"/>
            <a:ext cx="18391958" cy="10581614"/>
            <a:chOff x="0" y="0"/>
            <a:chExt cx="24522611" cy="14108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22675" cy="14108807"/>
            </a:xfrm>
            <a:custGeom>
              <a:avLst/>
              <a:gdLst/>
              <a:ahLst/>
              <a:cxnLst/>
              <a:rect r="r" b="b" t="t" l="l"/>
              <a:pathLst>
                <a:path h="14108807" w="24522675">
                  <a:moveTo>
                    <a:pt x="0" y="0"/>
                  </a:moveTo>
                  <a:lnTo>
                    <a:pt x="24522675" y="0"/>
                  </a:lnTo>
                  <a:lnTo>
                    <a:pt x="24522675" y="14108807"/>
                  </a:lnTo>
                  <a:lnTo>
                    <a:pt x="0" y="14108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40" t="0" r="-154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739" y="-40782"/>
            <a:ext cx="18284428" cy="10653301"/>
            <a:chOff x="0" y="0"/>
            <a:chExt cx="24379238" cy="14204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4204389"/>
            </a:xfrm>
            <a:custGeom>
              <a:avLst/>
              <a:gdLst/>
              <a:ahLst/>
              <a:cxnLst/>
              <a:rect r="r" b="b" t="t" l="l"/>
              <a:pathLst>
                <a:path h="14204389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4204389"/>
                  </a:lnTo>
                  <a:lnTo>
                    <a:pt x="0" y="14204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195" t="0" r="-2194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8" cy="10576676"/>
            <a:chOff x="0" y="0"/>
            <a:chExt cx="24379238" cy="141022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4102223"/>
            </a:xfrm>
            <a:custGeom>
              <a:avLst/>
              <a:gdLst/>
              <a:ahLst/>
              <a:cxnLst/>
              <a:rect r="r" b="b" t="t" l="l"/>
              <a:pathLst>
                <a:path h="1410222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4102223"/>
                  </a:lnTo>
                  <a:lnTo>
                    <a:pt x="0" y="14102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819" t="0" r="-1819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72" y="0"/>
            <a:ext cx="18284428" cy="10600572"/>
            <a:chOff x="0" y="0"/>
            <a:chExt cx="24379238" cy="14134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4134083"/>
            </a:xfrm>
            <a:custGeom>
              <a:avLst/>
              <a:gdLst/>
              <a:ahLst/>
              <a:cxnLst/>
              <a:rect r="r" b="b" t="t" l="l"/>
              <a:pathLst>
                <a:path h="1413408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4134083"/>
                  </a:lnTo>
                  <a:lnTo>
                    <a:pt x="0" y="14134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36" t="0" r="-1936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8" cy="10588624"/>
            <a:chOff x="0" y="0"/>
            <a:chExt cx="24379238" cy="141181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4118152"/>
            </a:xfrm>
            <a:custGeom>
              <a:avLst/>
              <a:gdLst/>
              <a:ahLst/>
              <a:cxnLst/>
              <a:rect r="r" b="b" t="t" l="l"/>
              <a:pathLst>
                <a:path h="14118152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4118152"/>
                  </a:lnTo>
                  <a:lnTo>
                    <a:pt x="0" y="141181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878" t="0" r="-1877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72" y="-40782"/>
            <a:ext cx="18284428" cy="10629406"/>
            <a:chOff x="0" y="0"/>
            <a:chExt cx="24379238" cy="141725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4172529"/>
            </a:xfrm>
            <a:custGeom>
              <a:avLst/>
              <a:gdLst/>
              <a:ahLst/>
              <a:cxnLst/>
              <a:rect r="r" b="b" t="t" l="l"/>
              <a:pathLst>
                <a:path h="14172529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4172529"/>
                  </a:lnTo>
                  <a:lnTo>
                    <a:pt x="0" y="14172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78" t="0" r="-2077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5843" y="0"/>
            <a:ext cx="18380011" cy="10564728"/>
            <a:chOff x="0" y="0"/>
            <a:chExt cx="24506681" cy="1408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06744" cy="14086292"/>
            </a:xfrm>
            <a:custGeom>
              <a:avLst/>
              <a:gdLst/>
              <a:ahLst/>
              <a:cxnLst/>
              <a:rect r="r" b="b" t="t" l="l"/>
              <a:pathLst>
                <a:path h="14086292" w="24506744">
                  <a:moveTo>
                    <a:pt x="0" y="0"/>
                  </a:moveTo>
                  <a:lnTo>
                    <a:pt x="24506744" y="0"/>
                  </a:lnTo>
                  <a:lnTo>
                    <a:pt x="24506744" y="14086292"/>
                  </a:lnTo>
                  <a:lnTo>
                    <a:pt x="0" y="14086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91" t="0" r="-1491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DAHOPOqA64E</dc:identifier>
  <dcterms:modified xsi:type="dcterms:W3CDTF">2011-08-01T06:04:30Z</dcterms:modified>
  <cp:revision>1</cp:revision>
  <dc:title>Sample_Factory_AI_Surgery_(7).pptx</dc:title>
</cp:coreProperties>
</file>